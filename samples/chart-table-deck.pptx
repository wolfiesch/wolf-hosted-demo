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Qualified</c:v>
                </c:pt>
                <c:pt idx="1">
                  <c:v>Proposal</c:v>
                </c:pt>
                <c:pt idx="2">
                  <c:v>Closed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17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01-0000-0000-000000000000}"/>
            </c:ext>
          </c:extLst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stage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6304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Qualified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GraphicFramePr>
            <a:graphicFrameLocks noGrp="1"/>
          </p:cNvGraphicFramePr>
          <p:nvPr/>
        </p:nvGraphicFramePr>
        <p:xfrm>
          <a:off x="4389120" y="1463040"/>
          <a:ext cx="40233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0000000-0000-4000-8000-000000000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926080"/>
            <a:ext cx="914400" cy="914400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4000000001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
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100_499602D2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9D2F3A-1B7C-4E0A-9A55-0C1D2E3F4A5B}" name="Finance Analyst" initials="FA" userId="Finance Analyst" providerId="None"/>
  <p188:author id="{7A1B2C3D-4E5F-4061-8293-A4B5C6D7E8F9}" name="Board Reviewer" initials="BR" userId="Board Review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0" Type="http://schemas.microsoft.com/office/2018/10/relationships/authors" Target="authors.xml"/></Relationships>
</file>

<file path=ppt/comments/modernComment_100_499602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8E5B0A-6C2D-4F1E-8A3B-1C2D3E4F5A6B}" authorId="{3F9D2F3A-1B7C-4E0A-9A55-0C1D2E3F4A5B}" created="2026-01-01T09:00:00.000">
    <pc:sldMkLst xmlns:pc="http://schemas.microsoft.com/office/powerpoint/2013/main/command">
      <pc:docMk/>
      <pc:sldMk cId="1234567890" sldId="256"/>
    </pc:sldMkLst>
    <p188:replyLst>
      <p188:reply id="{1C9F6C1B-7D3E-4A2F-9B4C-2D3E4F5A6B7C}" authorId="{7A1B2C3D-4E5F-4061-8293-A4B5C6D7E8F9}" created="2026-01-01T10:00:00.000">
        <p188:txBody>
          <a:bodyPr/>
          <a:lstStyle/>
          <a:p>
            <a:r>
              <a:rPr lang="en-US"/>
              <a:t>Agreed, add the regional split.</a:t>
            </a:r>
          </a:p>
        </p188:txBody>
      </p188:reply>
    </p188:replyLst>
    <p188:txBody>
      <a:bodyPr/>
      <a:lstStyle/>
      <a:p>
        <a:r>
          <a:rPr lang="en-US"/>
          <a:t>Can we show growth by region?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0" Type="http://schemas.microsoft.com/office/2018/10/relationships/comments" Target="../comments/modernComment_100_499602D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in every region.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90"/>
    </p:ext>
    <p:ext uri="{BB962C8B-B14F-4D97-AF65-F5344CB8AC3E}">
      <p14:creationId xmlns:p14="http://schemas.microsoft.com/office/powerpoint/2010/main" val="1234567890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